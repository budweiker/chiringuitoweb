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6AB8E-FB13-4D2B-ACD9-F71FE7CA5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00D586-9A2F-4CFE-9B2B-8D8B12225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BC511C-875C-48A0-944B-D4E4447FD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D1424-7314-4328-9FC8-94CAF2F7F8A4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284831-55E0-45B6-BC61-91C524B2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0BCE47-B3A1-40DF-9232-C7264CE3B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FAB7-B02A-4B88-9394-25E32E73F7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2021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EDF79-702A-489C-A9D3-E10E3FFD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C47B53-121E-42EF-8F85-E7DD1AE89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4D84A2-F252-4CD5-A487-43F5EABC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D1424-7314-4328-9FC8-94CAF2F7F8A4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8B6589-60ED-47DF-AF43-AB93ACAB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E70D34-6276-41A4-98AA-9D27B07D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FAB7-B02A-4B88-9394-25E32E73F7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3372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F98C7E-452E-4491-A8A1-43F5F6F0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36D6B2-6026-4915-90BD-855B00C36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4DCC15-A475-4758-80F2-C720A49C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D1424-7314-4328-9FC8-94CAF2F7F8A4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EAF7E9-8957-454D-BB13-83F4A691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1F85A4-CD54-4175-88D4-36595770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FAB7-B02A-4B88-9394-25E32E73F7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968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802A18-2B8F-425F-862A-91CC58F8A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3B94EC-3829-4A24-8EC3-0D3C09AE3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14DB42-D9DB-4639-9BF6-4C3F4758A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7BEF34-A5F1-4CDA-93CA-83B845A62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D1424-7314-4328-9FC8-94CAF2F7F8A4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CD49D2-E5CB-48B4-B1C8-1116AFA59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B22BE2-2959-4AE0-8161-26FD8141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FAB7-B02A-4B88-9394-25E32E73F7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1484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DC796-DFA0-4396-AA31-2711A9DEC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8449EF-F68E-45FE-9C4B-357784E67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913F4C-A413-40B5-B9F9-DFAC3AD24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A292F0-2228-4A9B-A226-A02EA616B2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125873-087A-4CF5-9283-0CF064070C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34145CA-01F3-4D26-A030-556AD2EA2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D1424-7314-4328-9FC8-94CAF2F7F8A4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3925E79-1264-469C-97A2-B1EABEA0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6F6B62F-7698-46F0-BDDC-045552C87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FAB7-B02A-4B88-9394-25E32E73F7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5234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EF7E1-2019-468D-97A8-A5ADE3571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1F312B-7959-4FF7-ADF1-8FBD05426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D1424-7314-4328-9FC8-94CAF2F7F8A4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42A6EA-353F-4211-A48C-6DAD799ED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499AEEE-A714-42B4-8B4B-454B2CEA5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FAB7-B02A-4B88-9394-25E32E73F7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2178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1CC1D1-F6E4-4DB6-ADA7-CCAD3DB40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D1424-7314-4328-9FC8-94CAF2F7F8A4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C7BE151-480B-42F4-8EF3-7B755BD0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B41BBB-85A8-40F2-9F34-E6816BC26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FAB7-B02A-4B88-9394-25E32E73F7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6464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1B77D-E936-47BA-B9A9-CE88B7533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C11E6A-24B8-4DE9-9410-4BA86F906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55D3CA-EFAE-451D-BDF4-998B7626F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3A44DB-51EE-4BF4-A61D-CD70F6A4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D1424-7314-4328-9FC8-94CAF2F7F8A4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44C6BF-C77D-4103-871A-7DBA3A073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82BBAD-D1D9-4D9D-A07E-7706ADFC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FAB7-B02A-4B88-9394-25E32E73F7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6082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2BBF76-43B6-4DD2-A907-59E492D87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1D6DA8E-D96B-4928-9CFF-3C77E5543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2A1F96-D997-4F1A-A42F-7D8452CC3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AFF1CB-5BB1-4250-A056-6061E6286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D1424-7314-4328-9FC8-94CAF2F7F8A4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0F69BE-219F-4D51-BBFD-313C3AEA4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04231E-9062-495C-8116-CCE6E3253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FAB7-B02A-4B88-9394-25E32E73F7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595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808D1-CD93-47CB-9CF0-4B21838F9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B5F747-2DB7-49DA-832A-7F09CF3B9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2D918E-1B4F-4EFE-AD11-A15B11CA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D1424-7314-4328-9FC8-94CAF2F7F8A4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8BB8D9-F4F7-4162-800E-64E2ED8A2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03702C-B9E6-4C07-8529-5858391C4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FAB7-B02A-4B88-9394-25E32E73F7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976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6F3C26-81C8-4498-AA2D-AE46B27BA2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DBADE5-2EC7-4C06-8355-2E807CEF9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C9D303-4823-4D27-8B2E-4874BDDE0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D1424-7314-4328-9FC8-94CAF2F7F8A4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A27863-A8BD-4E22-8EDE-69A7B21F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3C4161-57F6-4742-A593-8C5EF087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FAB7-B02A-4B88-9394-25E32E73F7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077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84FFF3-F5F9-4AA3-BC19-B04D65078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ECC366-C078-45FB-BC4D-5E8B1BA3D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D3C259-9A47-49E1-8E44-57301BEAD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D1424-7314-4328-9FC8-94CAF2F7F8A4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78F57C-FEDC-46C7-8F57-DDDA8E1AA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A301C6-F2DB-489F-BE7D-EF1BDF05A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6FAB7-B02A-4B88-9394-25E32E73F7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419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5457-73ED-46BD-A04B-AA843755FD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El Chiringuito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44ADD3-6D75-4F33-BAAB-BF1A900800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Andrés Felipe Orozco Loaiza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10856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0C765-2C32-40DC-B2FB-5A68B2E1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Descripción del negocio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8193C7-D6B5-4125-A70B-9D6EF904C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¿Qué hace?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82371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FDB13-92D5-4331-94D3-BC20A5BF6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Misión del negocio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925862-85C4-4527-BC0B-E3133EDB5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¿Qué hace, cómo lo hace y para qué lo hace?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2095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53062-09BC-4FB0-AEEA-6CE77B29D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Visión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69E5AC-EFC8-4450-BF62-8BC77203A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44428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E6907D-5B97-4222-A933-D3DADCF74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Valores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B28858-7D1D-46CF-83BF-A4693CC61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3 valores que se reflejen en los clientes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03892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584D8-73B2-4515-BBA7-B2B1BEEE9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Audiencia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65DB00-BEE6-453A-A938-F2814C8EA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¿Quiénes son los clientes?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89281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7DB06-00B0-48BA-8CCB-4E3A258D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Análisis de competencia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A89362-E59D-4C53-8549-69B83C857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0252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63C8A-009C-4B00-99D0-A9FEB7331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Contenido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9C9E55-6513-425F-A317-F44CF679F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Siempre pensando en la audiencia</a:t>
            </a:r>
          </a:p>
          <a:p>
            <a:r>
              <a:rPr lang="es-MX" dirty="0"/>
              <a:t>Requisitos técnicos y de diseño</a:t>
            </a:r>
          </a:p>
          <a:p>
            <a:pPr fontAlgn="ctr"/>
            <a:r>
              <a:rPr lang="es-MX" b="1" dirty="0"/>
              <a:t>Funcionalidades:</a:t>
            </a:r>
            <a:r>
              <a:rPr lang="es-MX" dirty="0"/>
              <a:t> Lista de características necesarias (</a:t>
            </a:r>
            <a:r>
              <a:rPr lang="es-MX" dirty="0" err="1"/>
              <a:t>ej</a:t>
            </a:r>
            <a:r>
              <a:rPr lang="es-MX" dirty="0"/>
              <a:t>: blog, tienda online, formulario de contacto, mapa interactivo). </a:t>
            </a:r>
          </a:p>
          <a:p>
            <a:pPr fontAlgn="ctr"/>
            <a:r>
              <a:rPr lang="es-MX" b="1" dirty="0"/>
              <a:t>Requisitos de diseño:</a:t>
            </a:r>
            <a:r>
              <a:rPr lang="es-MX" dirty="0"/>
              <a:t> Preferencias de estilo, paleta de colores, y elementos visuales específicos. </a:t>
            </a:r>
          </a:p>
          <a:p>
            <a:r>
              <a:rPr lang="es-MX" b="1" dirty="0"/>
              <a:t>Entregables:</a:t>
            </a:r>
            <a:r>
              <a:rPr lang="es-MX" dirty="0"/>
              <a:t> Especifica los archivos y formatos que el cliente recibirá. 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38585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CAAB8-E156-4A47-B0FB-36568093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Diseño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254F44-68B8-4E48-AC88-3878BBB62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Paleta de colores</a:t>
            </a:r>
          </a:p>
          <a:p>
            <a:r>
              <a:rPr lang="es-MX" dirty="0"/>
              <a:t>Tipografía</a:t>
            </a:r>
          </a:p>
          <a:p>
            <a:r>
              <a:rPr lang="es-MX" dirty="0"/>
              <a:t>Elementos visuales de la marca (Íconos)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9164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94139-318D-4C74-9E46-4763FDD06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Cronograma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7CF5CF-ECA1-4D1E-BEA6-20FD9FE8A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Para cuándo se va tener lista la página</a:t>
            </a:r>
          </a:p>
          <a:p>
            <a:r>
              <a:rPr lang="es-MX" dirty="0"/>
              <a:t>Entregable</a:t>
            </a:r>
          </a:p>
          <a:p>
            <a:r>
              <a:rPr lang="es-MX" dirty="0"/>
              <a:t>Alojamiento y mantenimiento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67654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88F84-7E85-4D78-BED0-B0FA99D6F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Consejos adicionales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4D6B56-9D68-4E7C-979B-29EA5842B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Ser específico</a:t>
            </a:r>
          </a:p>
          <a:p>
            <a:r>
              <a:rPr lang="es-MX" dirty="0"/>
              <a:t>Analiza sitios actuales</a:t>
            </a:r>
          </a:p>
          <a:p>
            <a:r>
              <a:rPr lang="es-MX" dirty="0"/>
              <a:t>Fomenta la colaboración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378903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152</Words>
  <Application>Microsoft Office PowerPoint</Application>
  <PresentationFormat>Panorámica</PresentationFormat>
  <Paragraphs>30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El Chiringuito</vt:lpstr>
      <vt:lpstr>Descripción del negocio</vt:lpstr>
      <vt:lpstr>Misión del negocio</vt:lpstr>
      <vt:lpstr>Visión</vt:lpstr>
      <vt:lpstr>Valores</vt:lpstr>
      <vt:lpstr>Audiencia</vt:lpstr>
      <vt:lpstr>Análisis de competencia</vt:lpstr>
      <vt:lpstr>Contenido</vt:lpstr>
      <vt:lpstr>Diseño</vt:lpstr>
      <vt:lpstr>Cronograma</vt:lpstr>
      <vt:lpstr>Consejos adicionales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Chiringuito</dc:title>
  <dc:creator>desarrollo</dc:creator>
  <cp:lastModifiedBy>desarrollo</cp:lastModifiedBy>
  <cp:revision>3</cp:revision>
  <dcterms:created xsi:type="dcterms:W3CDTF">2025-10-21T23:45:17Z</dcterms:created>
  <dcterms:modified xsi:type="dcterms:W3CDTF">2025-10-22T01:44:11Z</dcterms:modified>
</cp:coreProperties>
</file>